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54864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1508760"/>
            <a:ext cx="502920" cy="50292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18288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8686800" cy="10058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COMMUNITY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8229600" cy="6400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0">
                <a:solidFill>
                  <a:srgbClr val="D2E1EE"/>
                </a:solidFill>
                <a:latin typeface="Aptos"/>
              </a:defRPr>
            </a:pPr>
            <a:r>
              <a:t>A platform to discover and organize local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731520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800" b="1">
                <a:solidFill>
                  <a:srgbClr val="FFB74D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777240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Trisha Yelpula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Community Events is a web-based project concept for bringing local activities and people together.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It aims to make event information easier to discover in one place.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The website can serve as a central point for community participation and event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Information about local events can be spread across different pages and social platforms.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People may miss activities that match their interests or location.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Organizers need a simple way to share event details with their community.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Provide a clear place to view community event information.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Make event discovery simple and user-friendly.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Help people stay informed about activities and gatherings.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Support better connection between event organizers and participants.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Key Features / Proposed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Event listing: display event names and relevant details.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Event details: show information such as date, time, venue, and description where available.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Easy navigation: help users browse the available events.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Responsive access: aim for a usable experience across common screen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Technology &amp;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Frontend: the user interface through which visitors interact with the website.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Backend: application logic that may handle event data and user actions.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Data storage: a database or service may be used if the project persists event information.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Note: confirm the exact stack from your Replit project before presenting these as implemented technologies.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Working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1. User opens the Community Events website.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2. User explores the available event information.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3. User selects an event to learn more, if event details are provided.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4. User uses the available information to decide whether to participate.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5. Organizers can update or publish information if those controls are implemented.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Benefits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Benefits: easier event discovery, improved awareness, and stronger community engagement.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Possible enhancement: search and category filters.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Possible enhancement: user registration, reminders, and saved events.</a:t>
            </a:r>
          </a:p>
          <a:p>
            <a:pPr>
              <a:spcAft>
                <a:spcPts val="1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Possible enhancement: organizer dashboard and event submission 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3000" b="1">
                <a:solidFill>
                  <a:srgbClr val="192A5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6E78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Community Events focuses on making local event information easier to access.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A simple, well-organized interface can help people discover activities and connect with others.</a:t>
            </a:r>
          </a:p>
          <a:p>
            <a:pPr>
              <a:spcAft>
                <a:spcPts val="17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Future development can add features based on the needs of users and organizers.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987552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400" b="1">
                <a:solidFill>
                  <a:srgbClr val="FFB74D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800" b="1">
                <a:solidFill>
                  <a:srgbClr val="D2E1EE"/>
                </a:solidFill>
                <a:latin typeface="Aptos"/>
              </a:defRPr>
            </a:pPr>
            <a:r>
              <a:t>Project Website: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789920" cy="6400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https://community-events--trishayelpula.replit.app/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777240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Trisha Yelpula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